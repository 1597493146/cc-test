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基于AI视觉识别的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狭窄钢箱梁内部缺陷巡检机器人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二期研发项目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0" y="3931920"/>
            <a:ext cx="36576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申报单位：桥梁结构安全研究院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协作单位：龚元浩科技有限公司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一、研究背景及国内外研究现状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行业背景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2024年全国公路桥梁110.81万座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30%以上桥梁进入老龄化阶段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钢箱梁结构占大跨径桥梁80%以上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人工检测效率低、风险高、成本高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行业痛点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作业空间狭窄（1.2~1.8m），人员无法直立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高温高湿（55°C以上，湿度80%+）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每公里U肋焊缝约100km，缺陷3类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人工检测效率低，漏检率高达30%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8412480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4290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ADCFC"/>
                </a:solidFill>
              </a:rPr>
              <a:t>80亿+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全球SHM市场规模(元)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34290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ADCFC"/>
                </a:solidFill>
              </a:rPr>
              <a:t>55%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47472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国内市场份额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34290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ADCFC"/>
                </a:solidFill>
              </a:rPr>
              <a:t>10.36%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21792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年复合增长率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一、研究背景及国内外研究现状（续）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国内研究现状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2004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对比项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传统方式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本项目方案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检测方式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人工携带仪器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自动化巡检机器人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定位精度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&gt;10cm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≤2cm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识别准确率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70-80%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≥95%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检测效率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低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提升50%+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越障能力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差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双椭圆履带+特殊结构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本项目技术优势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931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双椭圆履带+越障模块：适应复杂空间（5-8m检测范围）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YOLOv8-GC算法：识别准确率≥95%，漏检率&lt;5%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BIM+RFID融合定位：定位精度≤2cm，姿态偏差&lt;1°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行业标准引领：参与JTG/T 5123-2025规范制定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二、研究目标与内容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研究目标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630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≥95%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缺陷识别准确率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41732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4630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≤2cm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0604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定位精度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4630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&lt;5%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漏检率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41732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4630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50%+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0372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检测效率提升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研究内容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10896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复杂环境下SLAM定位技术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5204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基于UWB+视觉融合的自主导航定位系统，适应狭窄空间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301752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83280" y="310896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4904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轻量化缺陷检测算法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83280" y="35204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YOLOv8-GC算法优化，模型压缩50%，推理速度提升3倍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301752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310896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云边协同检测平台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0" y="35204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边缘实时检测+云端模型迭代，支持多机器人协作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三、硬件系统优化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机器人硬件架构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7548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双椭圆履带机构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宽度可调0.8-1.2m，爬坡能力30°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7548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86000"/>
            <a:ext cx="73152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774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双目视觉模块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基线距0.5m，深度精度±2mm@1m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47548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54680"/>
            <a:ext cx="73152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46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多传感器融合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UWB+IMU+编码器融合定位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47548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4023360"/>
            <a:ext cx="73152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148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边缘计算单元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4348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NVIDIA Jetson Orin，功耗35W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9496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关键技术参数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417320"/>
          <a:ext cx="3383280" cy="3108960"/>
        </p:xfrm>
        <a:graphic>
          <a:graphicData uri="http://schemas.openxmlformats.org/drawingml/2006/table">
            <a:tbl>
              <a:tblPr/>
              <a:tblGrid>
                <a:gridCol w="1645920"/>
                <a:gridCol w="1737360"/>
              </a:tblGrid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参数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指标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检测范围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5-8m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定位精度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≤2cm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姿态偏差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&lt;1°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工作温度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-20~55°C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防护等级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IP67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续航时间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≥4h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四、核心算法优化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基于YOLOv8-GC的轻量化缺陷检测算法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65176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GhostConv骨干网络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313432"/>
            <a:ext cx="137160" cy="1371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模型体积减少50%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953512"/>
            <a:ext cx="137160" cy="1371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80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计算量降低40%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593592"/>
            <a:ext cx="137160" cy="1371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20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特征提取效率提升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46304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463040"/>
            <a:ext cx="265176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508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GC注意力机制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29000" y="2313432"/>
            <a:ext cx="137160" cy="1371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通道+空间双重注意力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29000" y="2953512"/>
            <a:ext cx="137160" cy="1371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2880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缺陷特征增强3倍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3593592"/>
            <a:ext cx="137160" cy="1371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3520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背景干扰抑制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146304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463040"/>
            <a:ext cx="265176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508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模型量化压缩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63640" y="2313432"/>
            <a:ext cx="137160" cy="1371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INT8量化部署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2953512"/>
            <a:ext cx="137160" cy="1371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2880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推理速度提升3倍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3593592"/>
            <a:ext cx="137160" cy="1371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3520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精度损失&lt;1%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传统YOLOv8 → YOLOv8-GC: 参数量12.8M→6.4M | mAP@0.5: 89.2%→94.5% | 推理耗时85ms→28ms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五、云平台协作机制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缺陷数据库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54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缺陷类型: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3大类（裂纹、锈蚀、变形）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样本数量: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50,000+张标注图像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数据来源: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15座实桥检测数据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更新频率: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每月迭代优化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云边协同架构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4023360" cy="7772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508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云端层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828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模型训练 | 数据存储 | 远程监控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286000"/>
            <a:ext cx="4023360" cy="777240"/>
          </a:xfrm>
          <a:prstGeom prst="rect">
            <a:avLst/>
          </a:prstGeom>
          <a:solidFill>
            <a:srgbClr val="3D5AA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边缘层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2697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实时推理 | 缺陷检测 | 本地决策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154680"/>
            <a:ext cx="4023360" cy="777240"/>
          </a:xfrm>
          <a:prstGeom prst="rect">
            <a:avLst/>
          </a:prstGeom>
          <a:solidFill>
            <a:srgbClr val="6B8DD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246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设备层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3566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机器人控制 | 传感器采集 | 自主导航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82296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协作流程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现场采集 → 边缘推理 → 缺陷预警 → 数据回传 → 云端迭代 → 模型下发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六、阶段性成果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已提交成果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196596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样机1台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双椭圆履带巡检机器人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完成现场测试验证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41732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417320"/>
            <a:ext cx="196596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600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数据库1套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97480" y="205740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50,000+张缺陷样本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15座实桥检测数据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417320"/>
            <a:ext cx="196596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600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平台1套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205740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云边协同检测平台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支持多机器人协作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141732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1417320"/>
            <a:ext cx="196596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1600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论文与专利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95160" y="205740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SCI论文2篇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发明专利3项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822960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337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关键指标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703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</a:rPr>
              <a:t>94.5%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4008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缺陷识别准确率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97480" y="3703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</a:rPr>
              <a:t>≤2cm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269748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定位精度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703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</a:rPr>
              <a:t>&lt;5%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75488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漏检率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3703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</a:rPr>
              <a:t>50%+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81228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效率提升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七、技术与经济效益目标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技术指标目标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5720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4389120" cy="210312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</a:tblGrid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指标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目标值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缺陷识别准确率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≥95%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定位精度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≤2cm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漏检率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&lt;5%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检测效率提升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50%+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模型压缩率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2120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经济效益目标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212080" y="1417320"/>
            <a:ext cx="3566160" cy="22860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212080" y="15544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ADCFC"/>
                </a:solidFill>
              </a:rPr>
              <a:t>600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52120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万元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212080" y="3108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预计年产值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88620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57200" y="39319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30%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457200" y="4434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成本降低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63440" y="388620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663440" y="39319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2年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4663440" y="4434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投资回收期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2026-05-20T08:44:40Z</dcterms:created>
  <dcterms:modified xsi:type="dcterms:W3CDTF">2026-05-20T08:44:40Z</dcterms:modified>
</cp:coreProperties>
</file>