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基于AI视觉识别的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狭窄钢箱梁内部缺陷巡检机器人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二期研发项目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申报单位：桥梁结构安全研究院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协作单位：龚元浩科技有限公司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2026-05-20T08:37:12Z</dcterms:created>
  <dcterms:modified xsi:type="dcterms:W3CDTF">2026-05-20T08:37:12Z</dcterms:modified>
</cp:coreProperties>
</file>